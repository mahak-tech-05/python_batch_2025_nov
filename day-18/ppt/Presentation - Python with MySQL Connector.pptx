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DM Sans" charset="1" panose="00000000000000000000"/>
      <p:regular r:id="rId22"/>
    </p:embeddedFont>
    <p:embeddedFont>
      <p:font typeface="DM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5791" y="285750"/>
            <a:ext cx="7126185" cy="9715500"/>
            <a:chOff x="0" y="0"/>
            <a:chExt cx="1072489" cy="1462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489" cy="1462180"/>
            </a:xfrm>
            <a:custGeom>
              <a:avLst/>
              <a:gdLst/>
              <a:ahLst/>
              <a:cxnLst/>
              <a:rect r="r" b="b" t="t" l="l"/>
              <a:pathLst>
                <a:path h="1462180" w="1072489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l="-188" t="0" r="-18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3262784"/>
            <a:ext cx="10067925" cy="400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6"/>
              </a:lnSpc>
            </a:pPr>
            <a:r>
              <a:rPr lang="en-US" sz="10376" spc="-311">
                <a:solidFill>
                  <a:srgbClr val="39FF14"/>
                </a:solidFill>
                <a:latin typeface="DM Sans"/>
                <a:ea typeface="DM Sans"/>
                <a:cs typeface="DM Sans"/>
                <a:sym typeface="DM Sans"/>
              </a:rPr>
              <a:t>Python with MySQL Connector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65823" y="7783108"/>
            <a:ext cx="2607127" cy="941792"/>
            <a:chOff x="0" y="0"/>
            <a:chExt cx="3476169" cy="12557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52517"/>
              <a:ext cx="2997536" cy="803206"/>
              <a:chOff x="0" y="0"/>
              <a:chExt cx="677333" cy="1814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7333" cy="181495"/>
              </a:xfrm>
              <a:custGeom>
                <a:avLst/>
                <a:gdLst/>
                <a:ahLst/>
                <a:cxnLst/>
                <a:rect r="r" b="b" t="t" l="l"/>
                <a:pathLst>
                  <a:path h="181495" w="677333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39FF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anchor="ctr" rtlCol="false" tIns="44408" lIns="44408" bIns="44408" rIns="44408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-2700000">
              <a:off x="2906402" y="95255"/>
              <a:ext cx="468474" cy="480551"/>
            </a:xfrm>
            <a:custGeom>
              <a:avLst/>
              <a:gdLst/>
              <a:ahLst/>
              <a:cxnLst/>
              <a:rect r="r" b="b" t="t" l="l"/>
              <a:pathLst>
                <a:path h="480551" w="468474">
                  <a:moveTo>
                    <a:pt x="0" y="0"/>
                  </a:moveTo>
                  <a:lnTo>
                    <a:pt x="468473" y="0"/>
                  </a:lnTo>
                  <a:lnTo>
                    <a:pt x="468473" y="480551"/>
                  </a:lnTo>
                  <a:lnTo>
                    <a:pt x="0" y="4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7602" y="606470"/>
              <a:ext cx="260233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62"/>
                </a:lnSpc>
                <a:spcBef>
                  <a:spcPct val="0"/>
                </a:spcBef>
              </a:pPr>
              <a:r>
                <a:rPr lang="en-US" sz="2468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Mahak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5025" y="9394750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  <a:r>
              <a:rPr lang="en-US" sz="2653">
                <a:solidFill>
                  <a:srgbClr val="0AFFF0"/>
                </a:solidFill>
                <a:latin typeface="DM Sans"/>
                <a:ea typeface="DM Sans"/>
                <a:cs typeface="DM Sans"/>
                <a:sym typeface="DM Sans"/>
              </a:rPr>
              <a:t>March 18,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5025" y="476250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  <a:r>
              <a:rPr lang="en-US" sz="2653">
                <a:solidFill>
                  <a:srgbClr val="0AFFF0"/>
                </a:solidFill>
                <a:latin typeface="DM Sans"/>
                <a:ea typeface="DM Sans"/>
                <a:cs typeface="DM Sans"/>
                <a:sym typeface="DM Sans"/>
              </a:rPr>
              <a:t>Python Data Solutions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205196"/>
            <a:ext cx="6981825" cy="4038322"/>
            <a:chOff x="0" y="0"/>
            <a:chExt cx="9309100" cy="53844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What is a Database?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A database is a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structured collection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of data, designed to store, manage, and retrieve information efficiently. Common examples include student records, banking systems, and login systems.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DATABASES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205196"/>
            <a:ext cx="6981825" cy="4038322"/>
            <a:chOff x="0" y="0"/>
            <a:chExt cx="9309100" cy="53844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Understanding MySQL Basics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MySQL is a widely-used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relational database management system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that utilizes SQL for data management, enabling developers to build robust and scalable applications with structured data handling.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MYSQL OVERVIEW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2728946"/>
            <a:ext cx="6981825" cy="4990822"/>
            <a:chOff x="0" y="0"/>
            <a:chExt cx="9309100" cy="66544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392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What is Python MySQL Connector?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079629"/>
              <a:ext cx="9309100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 MySQL Connector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is a powerful library that allows developers to connect Python applications with MySQL databases, enabling seamless execution of SQL queries and dynamic application development.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OVERVIEW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506098"/>
            <a:chOff x="0" y="0"/>
            <a:chExt cx="8828958" cy="20081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Permanent Data Storage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Python and MySQL allow </a:t>
              </a:r>
              <a:r>
                <a:rPr lang="en-US" b="true" sz="2000" strike="noStrike" u="none">
                  <a:solidFill>
                    <a:srgbClr val="0A0F2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secure storage</a:t>
              </a: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 of data, ensuring it remains accessible for future use.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810898"/>
            <a:chOff x="0" y="0"/>
            <a:chExt cx="8828958" cy="24145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Automating Operations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By integrating Python with MySQL, you can </a:t>
              </a:r>
              <a:r>
                <a:rPr lang="en-US" b="true" sz="2000" strike="noStrike" u="none">
                  <a:solidFill>
                    <a:srgbClr val="0A0F2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automate data management tasks</a:t>
              </a: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, improving efficiency and accuracy.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810898"/>
            <a:chOff x="0" y="0"/>
            <a:chExt cx="8558790" cy="2414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Real-World Applications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This combination enables the </a:t>
              </a:r>
              <a:r>
                <a:rPr lang="en-US" b="true" sz="2000" strike="noStrike" u="none">
                  <a:solidFill>
                    <a:srgbClr val="0A0F2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development of robust applications</a:t>
              </a: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, serving various industries and user needs.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810898"/>
            <a:chOff x="0" y="0"/>
            <a:chExt cx="8558790" cy="24145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Practical Examples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Common use cases include </a:t>
              </a:r>
              <a:r>
                <a:rPr lang="en-US" b="true" sz="2000" strike="noStrike" u="none">
                  <a:solidFill>
                    <a:srgbClr val="0A0F2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Student Management Systems</a:t>
              </a: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-US" b="true" sz="2000" strike="noStrike" u="none">
                  <a:solidFill>
                    <a:srgbClr val="0A0F2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Login Systems</a:t>
              </a: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, showcasing their real-world applicability.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39FF14"/>
                </a:solidFill>
                <a:latin typeface="DM Sans"/>
                <a:ea typeface="DM Sans"/>
                <a:cs typeface="DM Sans"/>
                <a:sym typeface="DM Sans"/>
              </a:rPr>
              <a:t>Key Benefits of Python with MySQL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506098"/>
            <a:chOff x="0" y="0"/>
            <a:chExt cx="8828958" cy="20081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Install MySQL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Download and install MySQL server on your system to set up the database environment.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506098"/>
            <a:chOff x="0" y="0"/>
            <a:chExt cx="8828958" cy="20081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Install Connector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Get the MySQL connector library to allow Python to interact with the MySQL database seamlessly.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506098"/>
            <a:chOff x="0" y="0"/>
            <a:chExt cx="8558790" cy="20081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Open phpMyAdmin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Access phpMyAdmin to manage your databases easily through a web interface with user-friendly tools.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506098"/>
            <a:chOff x="0" y="0"/>
            <a:chExt cx="8558790" cy="20081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Use pip Command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Execute the command pip install mysql-connector-python in your terminal to install the library efficiently.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39FF14"/>
                </a:solidFill>
                <a:latin typeface="DM Sans"/>
                <a:ea typeface="DM Sans"/>
                <a:cs typeface="DM Sans"/>
                <a:sym typeface="DM Sans"/>
              </a:rPr>
              <a:t>Installation Steps for MySQL Connector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2728946"/>
            <a:ext cx="6981825" cy="4990822"/>
            <a:chOff x="0" y="0"/>
            <a:chExt cx="9309100" cy="66544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392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Connecting Python to MySQL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079629"/>
              <a:ext cx="9309100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Establishing a connection with MySQL is essential for executing SQL queries directly from Python, allowing for seamless data manipulation and retrieval in real-time applications.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CONNECTION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352834"/>
            <a:ext cx="6981825" cy="3743047"/>
            <a:chOff x="0" y="0"/>
            <a:chExt cx="9309100" cy="49907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Creating a Database Table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In this section, we will explore how to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create a structured table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within a MySQL database. Tables are essential for storing organized data efficiently.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TABLE CREATION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352834"/>
            <a:ext cx="6981825" cy="3743047"/>
            <a:chOff x="0" y="0"/>
            <a:chExt cx="9309100" cy="49907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Insert Data into Tables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In this section, we will explore how to effectively add records to our database. This process is crucial for maintaining and managing data efficiently.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ADDING RECORDS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352834"/>
            <a:ext cx="6981825" cy="3743047"/>
            <a:chOff x="0" y="0"/>
            <a:chExt cx="9309100" cy="49907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Fetching Data from Database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In this section, we will explore how to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retrieve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stored data efficiently from the MySQL database using Python. This process allows dynamic interaction with our applications.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DATA RETRIEVAL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352834"/>
            <a:ext cx="6981825" cy="3743047"/>
            <a:chOff x="0" y="0"/>
            <a:chExt cx="9309100" cy="49907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Deleting Records Safely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Deleting records is crucial for maintaining a clean database. This process ensures that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unwanted data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is removed effectively, thus enhancing overall data integrity.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DATA MANAGEMENT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506098"/>
            <a:chOff x="0" y="0"/>
            <a:chExt cx="8828958" cy="20081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Add Student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Users can easily add new student records into the database through a simple and intuitive interface.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506098"/>
            <a:chOff x="0" y="0"/>
            <a:chExt cx="8828958" cy="20081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Store Data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All information is securely stored in a MySQL database, ensuring easy access and management of records.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810898"/>
            <a:chOff x="0" y="0"/>
            <a:chExt cx="8558790" cy="2414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View Students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The system allows users to retrieve and display student information in a user-friendly format for review.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810898"/>
            <a:chOff x="0" y="0"/>
            <a:chExt cx="8558790" cy="24145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Real-World Example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This project serves as a practical application, demonstrating how Python and MySQL can be integrated effectively.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39FF14"/>
                </a:solidFill>
                <a:latin typeface="DM Sans"/>
                <a:ea typeface="DM Sans"/>
                <a:cs typeface="DM Sans"/>
                <a:sym typeface="DM Sans"/>
              </a:rPr>
              <a:t>Overview of the Student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205196"/>
            <a:ext cx="6981825" cy="4038322"/>
            <a:chOff x="0" y="0"/>
            <a:chExt cx="9309100" cy="53844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Sharing the System Online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Transforming the Python program into a </a:t>
              </a:r>
              <a:r>
                <a:rPr lang="en-US" b="true" sz="1999" strike="noStrike" u="none">
                  <a:solidFill>
                    <a:srgbClr val="FFFFFF">
                      <a:alpha val="97647"/>
                    </a:srgb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 app</a:t>
              </a: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 allows students to access the system online, promoting collaboration and real-time updates for managing student data efficiently.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LIVE DEMO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07556" y="987087"/>
            <a:ext cx="12113638" cy="7906167"/>
            <a:chOff x="0" y="0"/>
            <a:chExt cx="19050000" cy="1243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2"/>
              <a:stretch>
                <a:fillRect l="0" t="-1938" r="0" b="-19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3"/>
              <a:stretch>
                <a:fillRect l="-301" t="0" r="-30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71500" y="3352834"/>
            <a:ext cx="6981825" cy="3743047"/>
            <a:chOff x="0" y="0"/>
            <a:chExt cx="9309100" cy="499072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53704"/>
              <a:ext cx="8526689" cy="265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00"/>
                </a:lnSpc>
              </a:pPr>
              <a:r>
                <a:rPr lang="en-US" sz="7500" spc="-225">
                  <a:solidFill>
                    <a:srgbClr val="39FF14"/>
                  </a:solidFill>
                  <a:latin typeface="DM Sans"/>
                  <a:ea typeface="DM Sans"/>
                  <a:cs typeface="DM Sans"/>
                  <a:sym typeface="DM Sans"/>
                </a:rPr>
                <a:t>Web Interface Hosting Ideas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9629"/>
              <a:ext cx="9309100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9"/>
                </a:lnSpc>
              </a:pPr>
              <a:r>
                <a:rPr lang="en-US" sz="1999" strike="noStrike" u="none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Explore various options for hosting your Python and MySQL application, including Streamlit for web interfaces and Ngrok for easy sharing with users.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852668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6" strike="noStrike" u="none">
                  <a:solidFill>
                    <a:srgbClr val="0AFFF0"/>
                  </a:solidFill>
                  <a:latin typeface="DM Sans"/>
                  <a:ea typeface="DM Sans"/>
                  <a:cs typeface="DM Sans"/>
                  <a:sym typeface="DM Sans"/>
                </a:rPr>
                <a:t>HOSTING OPTIONS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277067"/>
            <a:ext cx="8429625" cy="2438433"/>
            <a:chOff x="0" y="0"/>
            <a:chExt cx="2112884" cy="61119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4556646"/>
            <a:ext cx="8429625" cy="2438433"/>
            <a:chOff x="0" y="0"/>
            <a:chExt cx="2112884" cy="61119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606" y="4852343"/>
            <a:ext cx="6621719" cy="1506098"/>
            <a:chOff x="0" y="0"/>
            <a:chExt cx="8828958" cy="200813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Powerful Combination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5805"/>
              <a:ext cx="882895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The synergy between Python and MySQL creates robust applications for data management and analysis.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1606" y="7572763"/>
            <a:ext cx="6621719" cy="1810898"/>
            <a:chOff x="0" y="0"/>
            <a:chExt cx="8828958" cy="24145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6200"/>
              <a:ext cx="8828958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Backend Systems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5805"/>
              <a:ext cx="882895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Python and MySQL are essential for constructing efficient backend systems that handle complex data operations.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86875" y="7277067"/>
            <a:ext cx="8429625" cy="2438433"/>
            <a:chOff x="0" y="0"/>
            <a:chExt cx="2112884" cy="611193"/>
          </a:xfrm>
        </p:grpSpPr>
        <p:sp>
          <p:nvSpPr>
            <p:cNvPr name="Freeform 15" id="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6875" y="4556646"/>
            <a:ext cx="8429625" cy="2438433"/>
            <a:chOff x="0" y="0"/>
            <a:chExt cx="2112884" cy="611193"/>
          </a:xfrm>
        </p:grpSpPr>
        <p:sp>
          <p:nvSpPr>
            <p:cNvPr name="Freeform 18" id="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112884" cy="611193"/>
            </a:xfrm>
            <a:custGeom>
              <a:avLst/>
              <a:gdLst/>
              <a:ahLst/>
              <a:cxnLst/>
              <a:rect r="r" b="b" t="t" l="l"/>
              <a:pathLst>
                <a:path h="611193" w="2112884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9FF1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63883" y="4852343"/>
            <a:ext cx="6419092" cy="1506098"/>
            <a:chOff x="0" y="0"/>
            <a:chExt cx="8558790" cy="20081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Real-World Development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185805"/>
              <a:ext cx="855879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This combination is widely utilized in developing practical software solutions across various industries.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63883" y="7572763"/>
            <a:ext cx="6419092" cy="1810898"/>
            <a:chOff x="0" y="0"/>
            <a:chExt cx="8558790" cy="241453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6200"/>
              <a:ext cx="8558790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Versatile Applications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85805"/>
              <a:ext cx="8558790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0A0F24"/>
                  </a:solidFill>
                  <a:latin typeface="DM Sans"/>
                  <a:ea typeface="DM Sans"/>
                  <a:cs typeface="DM Sans"/>
                  <a:sym typeface="DM Sans"/>
                </a:rPr>
                <a:t>They support diverse applications, from simple data logging to advanced data analysis and reporting systems.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500" y="486553"/>
            <a:ext cx="171450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39FF14"/>
                </a:solidFill>
                <a:latin typeface="DM Sans"/>
                <a:ea typeface="DM Sans"/>
                <a:cs typeface="DM Sans"/>
                <a:sym typeface="DM Sans"/>
              </a:rPr>
              <a:t>Key Takeaways from the 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94532"/>
            <a:ext cx="16954500" cy="17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39FF14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43300" y="9135293"/>
            <a:ext cx="11201400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0"/>
              </a:lnSpc>
            </a:pPr>
            <a:r>
              <a:rPr lang="en-US" sz="2000" spc="-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further questions, reach out at hello@reallygreatsite.com or visit 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Python with MySQL Connector</dc:description>
  <dc:identifier>DAHETxmd-zU</dc:identifier>
  <dcterms:modified xsi:type="dcterms:W3CDTF">2011-08-01T06:04:30Z</dcterms:modified>
  <cp:revision>1</cp:revision>
  <dc:title>Presentation - Python with MySQL Connector</dc:title>
</cp:coreProperties>
</file>